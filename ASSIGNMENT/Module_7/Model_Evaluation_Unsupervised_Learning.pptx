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dirty="0"/>
              <a:t>Model Evaluation Techniques in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Unsupervised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 labeled output</a:t>
            </a:r>
          </a:p>
          <a:p>
            <a:r>
              <a:t>- Common tasks: Clustering, Dimensionality Reduction, Anomaly Detection</a:t>
            </a:r>
          </a:p>
          <a:p>
            <a:r>
              <a:t>- Main Challenge: No ground truth to compare with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Model Evaluation is Hard?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 “correct” labels to compare predictions</a:t>
            </a:r>
          </a:p>
          <a:p>
            <a:r>
              <a:t>- Evaluation depends on intra-cluster similarity and inter-cluster separation</a:t>
            </a:r>
          </a:p>
          <a:p>
            <a:r>
              <a:t>- Need for internal and external evaluation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Internal Metrics: Based on the data itself</a:t>
            </a:r>
          </a:p>
          <a:p>
            <a:r>
              <a:t>- External Metrics: Require ground truth labels</a:t>
            </a:r>
          </a:p>
          <a:p>
            <a:r>
              <a:t>- Visualization Techniques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Silhouette Score: -1 to 1, higher is better</a:t>
            </a:r>
          </a:p>
          <a:p>
            <a:r>
              <a:t>- Davies-Bouldin Index: lower is better</a:t>
            </a:r>
          </a:p>
          <a:p>
            <a:r>
              <a:t>- Calinski-Harabasz Index: higher is better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Silhouette Score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sklearn.metrics import silhouette_score</a:t>
            </a:r>
          </a:p>
          <a:p>
            <a:r>
              <a:t>score = silhouette_score(X, labels)</a:t>
            </a:r>
          </a:p>
          <a:p>
            <a:r>
              <a:t>Interpretation:</a:t>
            </a:r>
          </a:p>
          <a:p>
            <a:r>
              <a:t>&gt; 0.7: Strong structure</a:t>
            </a:r>
          </a:p>
          <a:p>
            <a:r>
              <a:t>0.5–0.7: Reasonable</a:t>
            </a:r>
          </a:p>
          <a:p>
            <a:r>
              <a:t>&lt; 0.25: Weak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Evaluation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PCA (Principal Component Analysis)</a:t>
            </a:r>
          </a:p>
          <a:p>
            <a:r>
              <a:t>- t-SNE (t-distributed Stochastic Neighbor Embedding)</a:t>
            </a:r>
          </a:p>
          <a:p>
            <a:r>
              <a:t>- Cluster plotting for visual inspection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Algorithm     | Silhouette | DB Index | CH In</a:t>
            </a:r>
            <a:r>
              <a:rPr lang="en-IN" dirty="0" err="1"/>
              <a:t>dex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dirty="0" err="1"/>
              <a:t>KMeans</a:t>
            </a:r>
            <a:r>
              <a:rPr dirty="0"/>
              <a:t>        | 0.55       | 0.95     | 312.4</a:t>
            </a:r>
          </a:p>
          <a:p>
            <a:r>
              <a:rPr dirty="0"/>
              <a:t>Hierarchical  | 0.48       | 1.12     | 290.1</a:t>
            </a:r>
          </a:p>
          <a:p>
            <a:r>
              <a:rPr dirty="0"/>
              <a:t>DBSCAN        | 0.60       | 0.88     | 330.9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internal metrics when labels are not available</a:t>
            </a:r>
          </a:p>
          <a:p>
            <a:r>
              <a:t>- Combine multiple metrics for reliability</a:t>
            </a:r>
          </a:p>
          <a:p>
            <a:r>
              <a:t>- Visualize clusters using PCA or t-SNE</a:t>
            </a:r>
          </a:p>
          <a:p>
            <a:r>
              <a:t>- Helps in deciding the best clustering algorithm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255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       Model Evaluation Techniques in Unsupervised Learning</vt:lpstr>
      <vt:lpstr>What is Unsupervised Learning?</vt:lpstr>
      <vt:lpstr>Why Model Evaluation is Hard?</vt:lpstr>
      <vt:lpstr>Types of Evaluation Metrics</vt:lpstr>
      <vt:lpstr>Internal Evaluation Metrics</vt:lpstr>
      <vt:lpstr>Silhouette Score (Example)</vt:lpstr>
      <vt:lpstr>Visual Evaluation Techniques</vt:lpstr>
      <vt:lpstr>Comparing Clustering Algorithms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Zinkal Patel</cp:lastModifiedBy>
  <cp:revision>2</cp:revision>
  <dcterms:created xsi:type="dcterms:W3CDTF">2013-01-27T09:14:16Z</dcterms:created>
  <dcterms:modified xsi:type="dcterms:W3CDTF">2025-08-08T05:27:41Z</dcterms:modified>
  <cp:category/>
</cp:coreProperties>
</file>