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How Regression Models Are Used in Business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📈 What is Regression?</a:t>
            </a:r>
          </a:p>
          <a:p>
            <a:r>
              <a:t>• A method to model relationships between variables.</a:t>
            </a:r>
          </a:p>
          <a:p>
            <a:r>
              <a:t>✅ Purpose in Business:</a:t>
            </a:r>
          </a:p>
          <a:p>
            <a:r>
              <a:t>• To predict outcomes, understand patterns, optimize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Businesses Use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🔍 Forecasting demand</a:t>
            </a:r>
          </a:p>
          <a:p>
            <a:r>
              <a:t>📊 Pricing strategy</a:t>
            </a:r>
          </a:p>
          <a:p>
            <a:r>
              <a:t>👥 Customer behavior prediction</a:t>
            </a:r>
          </a:p>
          <a:p>
            <a:r>
              <a:t>🎯 Marketing effectiveness</a:t>
            </a:r>
          </a:p>
          <a:p>
            <a:r>
              <a:t>💸 Risk analysis and fraud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Business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🏠 Real Estate: Predict house prices based on features.</a:t>
            </a:r>
          </a:p>
          <a:p>
            <a:r>
              <a:t>🛒 Retail Sales: Forecast sales using budget and season.</a:t>
            </a:r>
          </a:p>
          <a:p>
            <a:r>
              <a:t>📞 Customer Churn: Predict who may leave a service.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Regression Used in Business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214903"/>
              </p:ext>
            </p:extLst>
          </p:nvPr>
        </p:nvGraphicFramePr>
        <p:xfrm>
          <a:off x="368709" y="22860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6304">
                <a:tc>
                  <a:txBody>
                    <a:bodyPr/>
                    <a:lstStyle/>
                    <a:p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Used For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r>
                        <a:rPr dirty="0"/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Predicting continuous values (e.g., sales)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Predicting categories (e.g., churn: yes/no)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r>
                        <a:t>Multiple 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Modeling more than one predictor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r>
                        <a:t>Ridge/Lasso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Feature selection &amp; reducing overfitting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Model Works (Simple 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Case: Predict Monthly Sales Based on Advertising Spend</a:t>
            </a:r>
          </a:p>
          <a:p>
            <a:r>
              <a:t>Formula: Sales = β₀ + β₁ × Advertising + ε</a:t>
            </a:r>
          </a:p>
          <a:p>
            <a:r>
              <a:t>β₀: Intercept | β₁: Coefficient | ε: Error</a:t>
            </a:r>
          </a:p>
          <a:p>
            <a:r>
              <a:t>Interpretation: $1,000 more in ads = $5,000 more in sales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Interpreting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Regression Output Includes:</a:t>
            </a:r>
          </a:p>
          <a:p>
            <a:r>
              <a:t>• Coefficients – impact of each variable</a:t>
            </a:r>
          </a:p>
          <a:p>
            <a:r>
              <a:t>• R² Value – goodness of fit</a:t>
            </a:r>
          </a:p>
          <a:p>
            <a:r>
              <a:t>• P-Values – significance</a:t>
            </a:r>
          </a:p>
          <a:p>
            <a:r>
              <a:t>Business Use: Select important features &amp; justify decisions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 Ideas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📉 Predicted vs. Actual Sales (Scatter Plot)</a:t>
            </a:r>
          </a:p>
          <a:p>
            <a:r>
              <a:t>📊 Coefficient importance (Bar Graph)</a:t>
            </a:r>
          </a:p>
          <a:p>
            <a:r>
              <a:t>📈 Residual errors (Histogram)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of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⚠️ Assumes linear relationships</a:t>
            </a:r>
          </a:p>
          <a:p>
            <a:r>
              <a:rPr dirty="0"/>
              <a:t>⚠️ Sensitive to outliers</a:t>
            </a:r>
          </a:p>
          <a:p>
            <a:r>
              <a:rPr dirty="0"/>
              <a:t>⚠️ Can be affected by multicollinearity</a:t>
            </a:r>
          </a:p>
          <a:p>
            <a:r>
              <a:rPr dirty="0"/>
              <a:t>⚠️ Not suitable for complex patterns</a:t>
            </a:r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Regression is a powerful tool for business decisions</a:t>
            </a:r>
          </a:p>
          <a:p>
            <a:r>
              <a:t>🔄 Used in retail, real estate, finance, etc.</a:t>
            </a:r>
          </a:p>
          <a:p>
            <a:r>
              <a:t>💬 Quote: "In God we trust, all others must bring data." – W. Edwards Deming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332</Words>
  <Application>Microsoft Office PowerPoint</Application>
  <PresentationFormat>On-screen Show (4:3)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How Regression Models Are Used in Business</vt:lpstr>
      <vt:lpstr>Introduction to Regression</vt:lpstr>
      <vt:lpstr>Why Businesses Use Regression</vt:lpstr>
      <vt:lpstr>Real-World Business Examples</vt:lpstr>
      <vt:lpstr>Types of Regression Used in Business</vt:lpstr>
      <vt:lpstr>How the Model Works (Simple Example)</vt:lpstr>
      <vt:lpstr>Interpreting Output</vt:lpstr>
      <vt:lpstr>Visualization Ideas</vt:lpstr>
      <vt:lpstr>Limitations of Regression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Zinkal Patel</cp:lastModifiedBy>
  <cp:revision>3</cp:revision>
  <dcterms:created xsi:type="dcterms:W3CDTF">2013-01-27T09:14:16Z</dcterms:created>
  <dcterms:modified xsi:type="dcterms:W3CDTF">2025-08-08T04:21:41Z</dcterms:modified>
  <cp:category/>
</cp:coreProperties>
</file>